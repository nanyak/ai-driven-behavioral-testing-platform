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ba0181690b44f0" /><Relationship Type="http://schemas.openxmlformats.org/officeDocument/2006/relationships/extended-properties" Target="/docProps/app.xml" Id="R1e84a705d9db459c" /><Relationship Type="http://schemas.openxmlformats.org/officeDocument/2006/relationships/officeDocument" Target="/ppt/presentation.xml" Id="Rc85d3fa6cab44d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0a575eed9e451c"/>
  </p:sldMasterIdLst>
  <p:notesMasterIdLst>
    <p:notesMasterId xmlns:r="http://schemas.openxmlformats.org/officeDocument/2006/relationships" r:id="Rf0d972af7b394e35"/>
  </p:notesMasterIdLst>
  <p:sldIdLst>
    <p:sldId xmlns:r="http://schemas.openxmlformats.org/officeDocument/2006/relationships" id="256" r:id="Rfc8d30bfc05f4993"/>
    <p:sldId xmlns:r="http://schemas.openxmlformats.org/officeDocument/2006/relationships" id="257" r:id="R81f351cf020040a4"/>
    <p:sldId xmlns:r="http://schemas.openxmlformats.org/officeDocument/2006/relationships" id="258" r:id="R0dc6570b17424937"/>
    <p:sldId xmlns:r="http://schemas.openxmlformats.org/officeDocument/2006/relationships" id="259" r:id="R0367b3f16c28423d"/>
    <p:sldId xmlns:r="http://schemas.openxmlformats.org/officeDocument/2006/relationships" id="260" r:id="Rb9445c52a2ac480f"/>
    <p:sldId xmlns:r="http://schemas.openxmlformats.org/officeDocument/2006/relationships" id="261" r:id="Rc4f7ef5a2d444c37"/>
    <p:sldId xmlns:r="http://schemas.openxmlformats.org/officeDocument/2006/relationships" id="262" r:id="Re147215a013249d7"/>
    <p:sldId xmlns:r="http://schemas.openxmlformats.org/officeDocument/2006/relationships" id="263" r:id="Rdc894df089b347ab"/>
    <p:sldId xmlns:r="http://schemas.openxmlformats.org/officeDocument/2006/relationships" id="264" r:id="R8d0bd9a3893c4bd8"/>
    <p:sldId xmlns:r="http://schemas.openxmlformats.org/officeDocument/2006/relationships" id="265" r:id="Re2dc0322d623461c"/>
    <p:sldId xmlns:r="http://schemas.openxmlformats.org/officeDocument/2006/relationships" id="266" r:id="R0561b196ce764544"/>
    <p:sldId xmlns:r="http://schemas.openxmlformats.org/officeDocument/2006/relationships" id="267" r:id="R558c9391a67941a1"/>
    <p:sldId xmlns:r="http://schemas.openxmlformats.org/officeDocument/2006/relationships" id="268" r:id="Re4c034fd8d06481c"/>
    <p:sldId xmlns:r="http://schemas.openxmlformats.org/officeDocument/2006/relationships" id="269" r:id="R2647e5a693bb41b0"/>
    <p:sldId xmlns:r="http://schemas.openxmlformats.org/officeDocument/2006/relationships" id="270" r:id="R59bc09b3f6d14fec"/>
    <p:sldId xmlns:r="http://schemas.openxmlformats.org/officeDocument/2006/relationships" id="271" r:id="Ra885a0628911401f"/>
    <p:sldId xmlns:r="http://schemas.openxmlformats.org/officeDocument/2006/relationships" id="272" r:id="Re80db55f0c694b4f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f6a945c5f4430b" /><Relationship Type="http://schemas.openxmlformats.org/officeDocument/2006/relationships/slideMaster" Target="/ppt/slideMasters/slideMaster1.xml" Id="Rbd0a575eed9e451c" /><Relationship Type="http://schemas.openxmlformats.org/officeDocument/2006/relationships/notesMaster" Target="/ppt/notesMasters/notesMaster1.xml" Id="Rf0d972af7b394e35" /><Relationship Type="http://schemas.openxmlformats.org/officeDocument/2006/relationships/presProps" Target="/ppt/presProps.xml" Id="R0c0b8bfc065f464c" /><Relationship Type="http://schemas.openxmlformats.org/officeDocument/2006/relationships/tableStyles" Target="/ppt/tableStyles.xml" Id="R641d84aede8f47a9" /><Relationship Type="http://schemas.openxmlformats.org/officeDocument/2006/relationships/slide" Target="/ppt/slides/slide1.xml" Id="Rfc8d30bfc05f4993" /><Relationship Type="http://schemas.openxmlformats.org/officeDocument/2006/relationships/slide" Target="/ppt/slides/slide2.xml" Id="R81f351cf020040a4" /><Relationship Type="http://schemas.openxmlformats.org/officeDocument/2006/relationships/slide" Target="/ppt/slides/slide3.xml" Id="R0dc6570b17424937" /><Relationship Type="http://schemas.openxmlformats.org/officeDocument/2006/relationships/slide" Target="/ppt/slides/slide4.xml" Id="R0367b3f16c28423d" /><Relationship Type="http://schemas.openxmlformats.org/officeDocument/2006/relationships/slide" Target="/ppt/slides/slide5.xml" Id="Rb9445c52a2ac480f" /><Relationship Type="http://schemas.openxmlformats.org/officeDocument/2006/relationships/slide" Target="/ppt/slides/slide6.xml" Id="Rc4f7ef5a2d444c37" /><Relationship Type="http://schemas.openxmlformats.org/officeDocument/2006/relationships/slide" Target="/ppt/slides/slide7.xml" Id="Re147215a013249d7" /><Relationship Type="http://schemas.openxmlformats.org/officeDocument/2006/relationships/slide" Target="/ppt/slides/slide8.xml" Id="Rdc894df089b347ab" /><Relationship Type="http://schemas.openxmlformats.org/officeDocument/2006/relationships/slide" Target="/ppt/slides/slide9.xml" Id="R8d0bd9a3893c4bd8" /><Relationship Type="http://schemas.openxmlformats.org/officeDocument/2006/relationships/slide" Target="/ppt/slides/slide10.xml" Id="Re2dc0322d623461c" /><Relationship Type="http://schemas.openxmlformats.org/officeDocument/2006/relationships/slide" Target="/ppt/slides/slide11.xml" Id="R0561b196ce764544" /><Relationship Type="http://schemas.openxmlformats.org/officeDocument/2006/relationships/slide" Target="/ppt/slides/slide12.xml" Id="R558c9391a67941a1" /><Relationship Type="http://schemas.openxmlformats.org/officeDocument/2006/relationships/slide" Target="/ppt/slides/slide13.xml" Id="Re4c034fd8d06481c" /><Relationship Type="http://schemas.openxmlformats.org/officeDocument/2006/relationships/slide" Target="/ppt/slides/slide14.xml" Id="R2647e5a693bb41b0" /><Relationship Type="http://schemas.openxmlformats.org/officeDocument/2006/relationships/slide" Target="/ppt/slides/slide15.xml" Id="R59bc09b3f6d14fec" /><Relationship Type="http://schemas.openxmlformats.org/officeDocument/2006/relationships/slide" Target="/ppt/slides/slide16.xml" Id="Ra885a0628911401f" /><Relationship Type="http://schemas.openxmlformats.org/officeDocument/2006/relationships/slide" Target="/ppt/slides/slide17.xml" Id="Re80db55f0c694b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6dbcfef32e40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a371fc09c245b4" /><Relationship Type="http://schemas.openxmlformats.org/officeDocument/2006/relationships/notesMaster" Target="/ppt/notesMasters/notesMaster1.xml" Id="R8fd841df60ca4f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facf6c669340ab" /><Relationship Type="http://schemas.openxmlformats.org/officeDocument/2006/relationships/notesMaster" Target="/ppt/notesMasters/notesMaster1.xml" Id="R4900e81ef57740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b605fc6b6045c6" /><Relationship Type="http://schemas.openxmlformats.org/officeDocument/2006/relationships/notesMaster" Target="/ppt/notesMasters/notesMaster1.xml" Id="Rb5e09d81aac44a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7cf1e45ba44901" /><Relationship Type="http://schemas.openxmlformats.org/officeDocument/2006/relationships/notesMaster" Target="/ppt/notesMasters/notesMaster1.xml" Id="R0ef4125fb1bb47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1d982eab204905" /><Relationship Type="http://schemas.openxmlformats.org/officeDocument/2006/relationships/notesMaster" Target="/ppt/notesMasters/notesMaster1.xml" Id="R1eaa33d8de0345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73f3f3e7ed4035" /><Relationship Type="http://schemas.openxmlformats.org/officeDocument/2006/relationships/notesMaster" Target="/ppt/notesMasters/notesMaster1.xml" Id="R4a60cc7d905d4f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66768d015d4634" /><Relationship Type="http://schemas.openxmlformats.org/officeDocument/2006/relationships/notesMaster" Target="/ppt/notesMasters/notesMaster1.xml" Id="R37d12e200f8c4a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95662300944878" /><Relationship Type="http://schemas.openxmlformats.org/officeDocument/2006/relationships/notesMaster" Target="/ppt/notesMasters/notesMaster1.xml" Id="Rb7061415d8a744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a65dc788a34464" /><Relationship Type="http://schemas.openxmlformats.org/officeDocument/2006/relationships/notesMaster" Target="/ppt/notesMasters/notesMaster1.xml" Id="R8b8180cb2e4141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f85068c0cd4f4c" /><Relationship Type="http://schemas.openxmlformats.org/officeDocument/2006/relationships/notesMaster" Target="/ppt/notesMasters/notesMaster1.xml" Id="R97f4599ead4944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18b72e19cc4a89" /><Relationship Type="http://schemas.openxmlformats.org/officeDocument/2006/relationships/notesMaster" Target="/ppt/notesMasters/notesMaster1.xml" Id="Rf61ae5c77b2945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32e93a94d941b7" /><Relationship Type="http://schemas.openxmlformats.org/officeDocument/2006/relationships/notesMaster" Target="/ppt/notesMasters/notesMaster1.xml" Id="R5b0a888bacb349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0e7bc0824054278" /><Relationship Type="http://schemas.openxmlformats.org/officeDocument/2006/relationships/notesMaster" Target="/ppt/notesMasters/notesMaster1.xml" Id="R9a5f30fc37754ab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71e821ae7104be4" /><Relationship Type="http://schemas.openxmlformats.org/officeDocument/2006/relationships/notesMaster" Target="/ppt/notesMasters/notesMaster1.xml" Id="R14b22a8f0622420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f55cf8e90044e9" /><Relationship Type="http://schemas.openxmlformats.org/officeDocument/2006/relationships/notesMaster" Target="/ppt/notesMasters/notesMaster1.xml" Id="R828a3c7c9b61417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d0808a50364a60" /><Relationship Type="http://schemas.openxmlformats.org/officeDocument/2006/relationships/notesMaster" Target="/ppt/notesMasters/notesMaster1.xml" Id="Rf03f032fcf80433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e73984028e446e5" /><Relationship Type="http://schemas.openxmlformats.org/officeDocument/2006/relationships/notesMaster" Target="/ppt/notesMasters/notesMaster1.xml" Id="Rae443f36182347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aec42e27094a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b74920d19f4622" /><Relationship Type="http://schemas.openxmlformats.org/officeDocument/2006/relationships/slideLayout" Target="/ppt/slideLayouts/slideLayout1.xml" Id="R5e99ab1bebbe44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99ab1bebbe44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e226e2f0f4bea" /><Relationship Type="http://schemas.openxmlformats.org/officeDocument/2006/relationships/image" Target="/ppt/media/image.png" Id="Rb1a05bfac74d4858" /><Relationship Type="http://schemas.openxmlformats.org/officeDocument/2006/relationships/notesSlide" Target="/ppt/notesSlides/notesSlide1.xml" Id="R60dd657c017f48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b64397c49466b" /><Relationship Type="http://schemas.openxmlformats.org/officeDocument/2006/relationships/image" Target="/ppt/media/image2.png" Id="R24ed0198a12c4014" /><Relationship Type="http://schemas.openxmlformats.org/officeDocument/2006/relationships/notesSlide" Target="/ppt/notesSlides/notesSlide2.xml" Id="R05efdd31c92e4c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68db2063a4c2a" /><Relationship Type="http://schemas.openxmlformats.org/officeDocument/2006/relationships/image" Target="/ppt/media/image3.png" Id="R13ae9dbab88545d1" /><Relationship Type="http://schemas.openxmlformats.org/officeDocument/2006/relationships/notesSlide" Target="/ppt/notesSlides/notesSlide3.xml" Id="Ra256ceb2dc954e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98d06feca42f0" /><Relationship Type="http://schemas.openxmlformats.org/officeDocument/2006/relationships/image" Target="/ppt/media/image4.png" Id="R438add0dbca94e85" /><Relationship Type="http://schemas.openxmlformats.org/officeDocument/2006/relationships/notesSlide" Target="/ppt/notesSlides/notesSlide4.xml" Id="R6ef6ae2879144a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04e666b954c1f" /><Relationship Type="http://schemas.openxmlformats.org/officeDocument/2006/relationships/image" Target="/ppt/media/image5.png" Id="R990e44a8e08348e9" /><Relationship Type="http://schemas.openxmlformats.org/officeDocument/2006/relationships/notesSlide" Target="/ppt/notesSlides/notesSlide5.xml" Id="R2fea4571dff846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79b014f474ae7" /><Relationship Type="http://schemas.openxmlformats.org/officeDocument/2006/relationships/image" Target="/ppt/media/image6.png" Id="Rdcad0d1510894ba5" /><Relationship Type="http://schemas.openxmlformats.org/officeDocument/2006/relationships/notesSlide" Target="/ppt/notesSlides/notesSlide6.xml" Id="R36eb6779ee1648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d108fcabe4474" /><Relationship Type="http://schemas.openxmlformats.org/officeDocument/2006/relationships/image" Target="/ppt/media/image7.png" Id="Ra75a7799bd8f42fa" /><Relationship Type="http://schemas.openxmlformats.org/officeDocument/2006/relationships/notesSlide" Target="/ppt/notesSlides/notesSlide7.xml" Id="R29fad4ef5f9846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e2dbf5cf6475d" /><Relationship Type="http://schemas.openxmlformats.org/officeDocument/2006/relationships/image" Target="/ppt/media/image8.png" Id="R4fda37291c5045e4" /><Relationship Type="http://schemas.openxmlformats.org/officeDocument/2006/relationships/notesSlide" Target="/ppt/notesSlides/notesSlide8.xml" Id="Rff38fcab07694b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27b4d1d844623" /><Relationship Type="http://schemas.openxmlformats.org/officeDocument/2006/relationships/image" Target="/ppt/media/image9.png" Id="Rbb9156126ad54e26" /><Relationship Type="http://schemas.openxmlformats.org/officeDocument/2006/relationships/notesSlide" Target="/ppt/notesSlides/notesSlide9.xml" Id="Rf97fc7d6590746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da8d2eb2d47ab" /><Relationship Type="http://schemas.openxmlformats.org/officeDocument/2006/relationships/image" Target="/ppt/media/image10.png" Id="R3fea2a561c414bd1" /><Relationship Type="http://schemas.openxmlformats.org/officeDocument/2006/relationships/notesSlide" Target="/ppt/notesSlides/notesSlide10.xml" Id="R7995d78763264f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26bfb3f7e432d" /><Relationship Type="http://schemas.openxmlformats.org/officeDocument/2006/relationships/image" Target="/ppt/media/image11.png" Id="Rf628de5e68db40bf" /><Relationship Type="http://schemas.openxmlformats.org/officeDocument/2006/relationships/notesSlide" Target="/ppt/notesSlides/notesSlide11.xml" Id="R7119445d159547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58b2ee2ed49f3" /><Relationship Type="http://schemas.openxmlformats.org/officeDocument/2006/relationships/image" Target="/ppt/media/image12.png" Id="Re318ad8164994396" /><Relationship Type="http://schemas.openxmlformats.org/officeDocument/2006/relationships/notesSlide" Target="/ppt/notesSlides/notesSlide12.xml" Id="R53d2cc4117014a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15c41e85f4e51" /><Relationship Type="http://schemas.openxmlformats.org/officeDocument/2006/relationships/image" Target="/ppt/media/image13.png" Id="R1fa4b8ab1534414a" /><Relationship Type="http://schemas.openxmlformats.org/officeDocument/2006/relationships/notesSlide" Target="/ppt/notesSlides/notesSlide13.xml" Id="R7f8e1c6b33e84c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4ffefc8db48fa" /><Relationship Type="http://schemas.openxmlformats.org/officeDocument/2006/relationships/image" Target="/ppt/media/image14.png" Id="R2867a548279c4540" /><Relationship Type="http://schemas.openxmlformats.org/officeDocument/2006/relationships/notesSlide" Target="/ppt/notesSlides/notesSlide14.xml" Id="Rce5a5f727ed3457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a77691c6d4088" /><Relationship Type="http://schemas.openxmlformats.org/officeDocument/2006/relationships/image" Target="/ppt/media/image15.png" Id="R9c02c66be51b4157" /><Relationship Type="http://schemas.openxmlformats.org/officeDocument/2006/relationships/notesSlide" Target="/ppt/notesSlides/notesSlide15.xml" Id="Rd4878f4114fc485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27eb319ea43f8" /><Relationship Type="http://schemas.openxmlformats.org/officeDocument/2006/relationships/image" Target="/ppt/media/image16.png" Id="R4bfe4dc8faf640dc" /><Relationship Type="http://schemas.openxmlformats.org/officeDocument/2006/relationships/notesSlide" Target="/ppt/notesSlides/notesSlide16.xml" Id="R189f5c5a254d4e8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904175884431f" /><Relationship Type="http://schemas.openxmlformats.org/officeDocument/2006/relationships/image" Target="/ppt/media/image17.png" Id="Re27bd183dc574a0e" /><Relationship Type="http://schemas.openxmlformats.org/officeDocument/2006/relationships/notesSlide" Target="/ppt/notesSlides/notesSlide17.xml" Id="Rcbc85b4166cb468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05bfac74d48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5959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d0198a12c40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9479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e9dbab88545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4101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add0dbca94e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6830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e44a8e08348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1778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d0d1510894b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22265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a7799bd8f42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6315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a37291c5045e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3973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156126ad54e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0834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a2a561c414b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0722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8de5e68db40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35924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8ad81649943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00719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4b8ab153441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2443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7a548279c45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4961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2c66be51b41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302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e4dc8faf640d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3066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bd183dc574a0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355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2026-07-13T05:37:58.3380000Z</dcterms:created>
  <dcterms:modified xsi:type="dcterms:W3CDTF">2026-07-13T05:37:58.3380000Z</dcterms:modified>
</coreProperties>
</file>